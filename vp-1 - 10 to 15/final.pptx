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1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0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1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3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6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5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5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8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1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0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4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ED729-C87F-41D5-8233-1CA72880F80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9507A-EE03-407B-A10B-175261237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2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83980" y="590309"/>
            <a:ext cx="5254906" cy="4398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63525" y="590309"/>
            <a:ext cx="1620456" cy="4398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Student Id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1863525" y="1030147"/>
            <a:ext cx="1620456" cy="4398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Student Name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1863524" y="1469985"/>
            <a:ext cx="1608882" cy="4398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Student Average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3472406" y="1030147"/>
            <a:ext cx="5254906" cy="4398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83980" y="1469985"/>
            <a:ext cx="5254906" cy="4398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682679" y="2013996"/>
            <a:ext cx="2613948" cy="439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Student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863525" y="2558007"/>
            <a:ext cx="6875361" cy="19657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100, Ata, 99</a:t>
            </a:r>
          </a:p>
          <a:p>
            <a:r>
              <a:rPr lang="en-US" dirty="0" smtClean="0"/>
              <a:t>200,Kamal,88</a:t>
            </a:r>
          </a:p>
          <a:p>
            <a:r>
              <a:rPr lang="en-US" dirty="0" smtClean="0"/>
              <a:t>300,Essa,87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4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8182" y="578734"/>
            <a:ext cx="10896118" cy="46067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4141" y="5301205"/>
            <a:ext cx="2453833" cy="520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Save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08247" y="5301205"/>
            <a:ext cx="2453833" cy="520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775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2026-06-07T09:54:47Z</dcterms:created>
  <dcterms:modified xsi:type="dcterms:W3CDTF">2026-06-07T12:39:14Z</dcterms:modified>
</cp:coreProperties>
</file>